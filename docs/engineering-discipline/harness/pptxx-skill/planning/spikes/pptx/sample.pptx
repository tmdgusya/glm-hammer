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speaker note — plain title/body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Diagram-with-shot slide — raster available, picture inserted.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[diagram fallback — no raster for slide 99] No raster exists for slide 99. The exporter must fall back: keep only the title in the slide body and demote this description into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0000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FE7D6"/>
                </a:solidFill>
                <a:latin typeface="Georgia"/>
              </a:rPr>
              <a:t>Opening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00000"/>
            <a:ext cx="105156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FE7D6"/>
                </a:solidFill>
                <a:latin typeface="Georgia"/>
              </a:rPr>
              <a:t>pptxx md-to-pptx spike deck. This slide exercises title, body paragraph, and nested bullets.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250000"/>
            <a:ext cx="105156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FE7D6"/>
                </a:solidFill>
                <a:latin typeface="Georgia"/>
              </a:rPr>
              <a:t>- First-level bullet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00000"/>
            <a:ext cx="105156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FE7D6"/>
                </a:solidFill>
                <a:latin typeface="Georgia"/>
              </a:rPr>
              <a:t>  - Second-level bullet (max nesting depth)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50000"/>
            <a:ext cx="105156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FE7D6"/>
                </a:solidFill>
                <a:latin typeface="Georgia"/>
              </a:rPr>
              <a:t>- Another first-level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0000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FE7D6"/>
                </a:solidFill>
                <a:latin typeface="Georgia"/>
              </a:rPr>
              <a:t>Image Slide</a:t>
            </a:r>
          </a:p>
        </p:txBody>
      </p:sp>
      <p:pic>
        <p:nvPicPr>
          <p:cNvPr id="3" name="Picture 2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0000"/>
            <a:ext cx="3600000" cy="36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550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97B30"/>
                </a:solidFill>
                <a:latin typeface="Georgia"/>
              </a:rPr>
              <a:t>attribution: pptxx spike generator | cc0 | https://example.org/pptxx-spike/placeholder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8200" y="1700000"/>
            <a:ext cx="5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FE7D6"/>
                </a:solidFill>
                <a:latin typeface="Georgia"/>
              </a:rPr>
              <a:t>A locally generated placeholder image with its attribution directive.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0000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FE7D6"/>
                </a:solidFill>
                <a:latin typeface="Georgia"/>
              </a:rPr>
              <a:t>Diagram With Shot</a:t>
            </a:r>
          </a:p>
        </p:txBody>
      </p:sp>
      <p:pic>
        <p:nvPicPr>
          <p:cNvPr id="3" name="Picture 2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67" y="1700000"/>
            <a:ext cx="7466666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0000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FE7D6"/>
                </a:solidFill>
                <a:latin typeface="Georgia"/>
              </a:rPr>
              <a:t>Diagram Without 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